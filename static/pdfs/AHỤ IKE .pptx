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  <p:sldId id="258" r:id="rId4"/>
    <p:sldId id="259" r:id="rId5"/>
    <p:sldId id="266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0"/>
    <p:restoredTop sz="95477"/>
  </p:normalViewPr>
  <p:slideViewPr>
    <p:cSldViewPr snapToGrid="0" snapToObjects="1">
      <p:cViewPr varScale="1">
        <p:scale>
          <a:sx n="87" d="100"/>
          <a:sy n="87" d="100"/>
        </p:scale>
        <p:origin x="12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8T23:15:03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1 277 24575,'14'5'0,"4"-1"0,-7-8 0,7 3 0,-7-7 0,2 6 0,-3-6 0,-1 3 0,5-9 0,-3 3 0,7-2 0,-8 3 0,4 1 0,-5-1 0,1 5 0,-5-4 0,4 4 0,-4-4 0,5 3 0,-1-2 0,1 3 0,-1-5 0,1 0 0,-1 1 0,5-1 0,-4 5 0,4-3 0,-4 2 0,-1-3 0,5 4 0,-3-4 0,-2 4 0,0-5 0,-4 1 0,4-1 0,1 5 0,-1 1 0,1 0 0,-1 3 0,1-8 0,-5 8 0,-1-3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8T23:15:04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47E5C-8662-FF48-BE09-933EAE62C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CD7C2A-B4B6-4B43-A0FE-7DE2C60C6C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49C03-B097-9149-9E7B-26921A610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8CE1A-C78A-6B49-9FDB-7051A5A2E681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CF369-4F93-7F49-8854-E151733A8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E9AE0-A45C-A340-A58E-87FE55A02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0B3A3-E1E4-5148-928B-32D18898D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675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26B44-204D-8A42-8300-59349A67D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B4A00-D87C-BF4B-BC34-E26F7922D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EE32A-3FDE-554D-A397-849D945E3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8CE1A-C78A-6B49-9FDB-7051A5A2E681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AC2DD-DB14-CC4F-B10F-6830984DF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693FF-E684-094A-9D1C-CB066CDD3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0B3A3-E1E4-5148-928B-32D18898D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691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BD9C0-82F2-D844-A907-522A7BB50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E5F87-8E94-624A-BDFF-C979B69CE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CE988F-B990-D44C-8F8A-093E00551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8CE1A-C78A-6B49-9FDB-7051A5A2E681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6BFFB-B67D-534B-8242-998E8FB21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7D151-EE6A-9D4F-968A-9CB676F0C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0B3A3-E1E4-5148-928B-32D18898D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337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36AEA-1F67-1A4B-9E3D-6C0166CF7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958CA-279C-1A4D-B79D-AE2B59C3F3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DECF69-2390-4F48-9B5F-52E3C924E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04537E-C97C-8445-882E-E3216D46D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8CE1A-C78A-6B49-9FDB-7051A5A2E681}" type="datetimeFigureOut">
              <a:rPr lang="en-US" smtClean="0"/>
              <a:t>2/9/24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CAB87A-F9AB-F843-894F-35109D2D7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AAA011-5147-274B-8026-627A6D228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0B3A3-E1E4-5148-928B-32D18898D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315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A6A1C-A3B3-324F-8773-142324474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57E5D8-C2B1-4146-A8A9-A581A8015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970759-28EE-804C-9730-F0B9857B1E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A7B04B-0436-4944-9ACA-C95FEFF195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F4B8A7-E325-164A-803F-F7B8AD192A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91DB0D-2A24-E640-88FC-67DF4A0BD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8CE1A-C78A-6B49-9FDB-7051A5A2E681}" type="datetimeFigureOut">
              <a:rPr lang="en-US" smtClean="0"/>
              <a:t>2/9/24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2C34E2-1478-FE44-8297-9C4FC5C7C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9EE4EE-B07D-494E-A700-BC06650DF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0B3A3-E1E4-5148-928B-32D18898D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624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03FA9-72F9-9349-BC1B-EA0ED120E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DB51CE-AA37-3846-8C87-C93237191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8CE1A-C78A-6B49-9FDB-7051A5A2E681}" type="datetimeFigureOut">
              <a:rPr lang="en-US" smtClean="0"/>
              <a:t>2/9/24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8092F5-C3BD-0D4C-951E-9902B5A44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C12C66-98AE-8249-A802-4A10BC780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0B3A3-E1E4-5148-928B-32D18898D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484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09CA67-468A-DD4C-A796-B6279C28E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8CE1A-C78A-6B49-9FDB-7051A5A2E681}" type="datetimeFigureOut">
              <a:rPr lang="en-US" smtClean="0"/>
              <a:t>2/9/24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DC165C-0F02-1E4B-91D0-13B98309A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45E8F-D94C-0D41-9404-97FE48A50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0B3A3-E1E4-5148-928B-32D18898D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70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76578-43F7-3646-94AB-F318B3017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7AFE2-9D23-724E-AA12-43D9967B5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196BEF-EF61-A140-A136-32C8564984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F3B98C-3C03-2E4C-B862-F0F5A60DE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8CE1A-C78A-6B49-9FDB-7051A5A2E681}" type="datetimeFigureOut">
              <a:rPr lang="en-US" smtClean="0"/>
              <a:t>2/9/24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0C5643-A434-B846-8862-1376ACF8D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6AA4B9-CCBF-6841-A9F7-D60A2896C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0B3A3-E1E4-5148-928B-32D18898D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614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B72D3-5115-C342-8701-785A23D28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3F7FF3-FBE4-6C49-B6FD-A8C6EDA3ED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9CAA2B-14D0-8C40-B7B1-5B283564C9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E661EF-8FBB-044B-A8FF-1955017FF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8CE1A-C78A-6B49-9FDB-7051A5A2E681}" type="datetimeFigureOut">
              <a:rPr lang="en-US" smtClean="0"/>
              <a:t>2/9/24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E132D9-077D-8347-8640-EB1D09787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22FDC-A1A8-7945-B23F-58651D5F7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0B3A3-E1E4-5148-928B-32D18898D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958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50A4F-7F38-6942-82D5-B3ACFB6F2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649F9B-1CB4-1D4C-B388-05F7F04A8C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466FC-EDD7-E343-8324-F1D49DEDA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8CE1A-C78A-6B49-9FDB-7051A5A2E681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41EC8-0123-8E4F-AEF8-6537CC188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0C01A1-0AF0-4C4D-BCB0-C30453C55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0B3A3-E1E4-5148-928B-32D18898D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580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91C178-56A4-5F40-9A05-CAB0EEA3F0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E76E53-EC6C-7346-AE49-ECBF8F441E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3C835-E22F-2945-ACB5-B772AFBFB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8CE1A-C78A-6B49-9FDB-7051A5A2E681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B1EE9-399D-C344-995C-9C8A1FDA6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0DD51-484B-684C-BCD7-FB44BAA34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0B3A3-E1E4-5148-928B-32D18898D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493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59E69D-2E0B-8A4E-8BC4-9E13C7238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3DA58-D956-1344-B44D-CA4EDF5A7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2514F-F48C-E246-9A3F-04002DC317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D8CE1A-C78A-6B49-9FDB-7051A5A2E681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541B0E-74A8-5C45-9F0A-9A2AD71859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8D032-8B02-8F47-8E1B-01BAF2241E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90B3A3-E1E4-5148-928B-32D18898D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043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8.png"/><Relationship Id="rId4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lorful leaf patterns">
            <a:extLst>
              <a:ext uri="{FF2B5EF4-FFF2-40B4-BE49-F238E27FC236}">
                <a16:creationId xmlns:a16="http://schemas.microsoft.com/office/drawing/2014/main" id="{C8560741-4505-973F-14EF-DDBF531FF3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952" t="1" r="58163" b="1"/>
          <a:stretch/>
        </p:blipFill>
        <p:spPr>
          <a:xfrm rot="10800000">
            <a:off x="47263" y="0"/>
            <a:ext cx="273190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B0C055-48B1-7F48-9DF3-B39D5EA74785}"/>
              </a:ext>
            </a:extLst>
          </p:cNvPr>
          <p:cNvSpPr txBox="1"/>
          <p:nvPr/>
        </p:nvSpPr>
        <p:spPr>
          <a:xfrm>
            <a:off x="3890448" y="918899"/>
            <a:ext cx="9085576" cy="1036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6000" b="1" kern="1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MỤTA</a:t>
            </a:r>
            <a:r>
              <a:rPr lang="en-US" sz="6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6000" b="1" kern="100" dirty="0">
                <a:solidFill>
                  <a:schemeClr val="accent4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Ị SỤ </a:t>
            </a:r>
            <a:r>
              <a:rPr lang="en-US" sz="6000" b="1" kern="100" dirty="0">
                <a:solidFill>
                  <a:schemeClr val="accent3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ASỤSỤ IGBO</a:t>
            </a:r>
            <a:endParaRPr lang="en-US" sz="60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4F614786-C85A-3840-8C81-32553F0C9777}"/>
              </a:ext>
            </a:extLst>
          </p:cNvPr>
          <p:cNvSpPr txBox="1">
            <a:spLocks/>
          </p:cNvSpPr>
          <p:nvPr/>
        </p:nvSpPr>
        <p:spPr>
          <a:xfrm>
            <a:off x="4392034" y="597878"/>
            <a:ext cx="8082403" cy="23346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LEARN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accent4">
                    <a:lumMod val="75000"/>
                  </a:schemeClr>
                </a:solidFill>
              </a:rPr>
              <a:t>TO SPEAK</a:t>
            </a:r>
            <a:r>
              <a:rPr lang="en-US" sz="3200" dirty="0"/>
              <a:t> </a:t>
            </a:r>
            <a:r>
              <a:rPr lang="en-US" sz="3200" b="1" dirty="0">
                <a:solidFill>
                  <a:schemeClr val="accent3">
                    <a:lumMod val="50000"/>
                  </a:schemeClr>
                </a:solidFill>
              </a:rPr>
              <a:t>IGBO LANGUAGE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F17323-4CC6-8D4B-BF99-6720C8490AC1}"/>
              </a:ext>
            </a:extLst>
          </p:cNvPr>
          <p:cNvSpPr txBox="1"/>
          <p:nvPr/>
        </p:nvSpPr>
        <p:spPr>
          <a:xfrm>
            <a:off x="6613456" y="6284336"/>
            <a:ext cx="3267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AB WEEK 2:2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410EBB-D9CF-794A-949C-36FD40CC76B1}"/>
              </a:ext>
            </a:extLst>
          </p:cNvPr>
          <p:cNvSpPr txBox="1"/>
          <p:nvPr/>
        </p:nvSpPr>
        <p:spPr>
          <a:xfrm>
            <a:off x="4507230" y="3027415"/>
            <a:ext cx="6484620" cy="1655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" marR="0">
              <a:lnSpc>
                <a:spcPct val="115000"/>
              </a:lnSpc>
              <a:spcBef>
                <a:spcPts val="5"/>
              </a:spcBef>
              <a:spcAft>
                <a:spcPts val="0"/>
              </a:spcAft>
            </a:pPr>
            <a:r>
              <a:rPr lang="ig-NG" sz="9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AHỤ IKE</a:t>
            </a:r>
            <a:endParaRPr lang="en-US" sz="9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0CB9E4-908E-BA4A-A319-946B0145E7BF}"/>
              </a:ext>
            </a:extLst>
          </p:cNvPr>
          <p:cNvSpPr txBox="1"/>
          <p:nvPr/>
        </p:nvSpPr>
        <p:spPr>
          <a:xfrm>
            <a:off x="5959337" y="4682483"/>
            <a:ext cx="6484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g-NG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Health and Physical Wellbeing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259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793C4-9D5E-424B-A632-29C16FED2A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7483"/>
            <a:ext cx="9144000" cy="2387600"/>
          </a:xfrm>
        </p:spPr>
        <p:txBody>
          <a:bodyPr/>
          <a:lstStyle/>
          <a:p>
            <a:r>
              <a:rPr lang="en-US" dirty="0"/>
              <a:t>Uru-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275C2C-54BB-B14B-8100-DB76BE860A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37360" y="3160078"/>
            <a:ext cx="9144000" cy="1655762"/>
          </a:xfrm>
        </p:spPr>
        <p:txBody>
          <a:bodyPr/>
          <a:lstStyle/>
          <a:p>
            <a:pPr marL="68580" marR="0">
              <a:lnSpc>
                <a:spcPct val="115000"/>
              </a:lnSpc>
              <a:spcBef>
                <a:spcPts val="5"/>
              </a:spcBef>
              <a:spcAft>
                <a:spcPts val="0"/>
              </a:spcAft>
            </a:pPr>
            <a:r>
              <a:rPr lang="ig-NG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Function: 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8580" marR="0">
              <a:lnSpc>
                <a:spcPct val="115000"/>
              </a:lnSpc>
              <a:spcBef>
                <a:spcPts val="5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practice how to express your well-being.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954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B6C01C-3EF5-7947-B1CC-171AF5E533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66147" y="389476"/>
            <a:ext cx="5931293" cy="607904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241587-DE7D-A249-A8F0-43EAC3099495}"/>
              </a:ext>
            </a:extLst>
          </p:cNvPr>
          <p:cNvSpPr txBox="1"/>
          <p:nvPr/>
        </p:nvSpPr>
        <p:spPr>
          <a:xfrm>
            <a:off x="5948846" y="6518626"/>
            <a:ext cx="541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Sketch: Šlomo, CC0, via Wikimedia Commons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DC5FA0-0AEA-E840-AB1C-48BBA80A636A}"/>
              </a:ext>
            </a:extLst>
          </p:cNvPr>
          <p:cNvSpPr txBox="1"/>
          <p:nvPr/>
        </p:nvSpPr>
        <p:spPr>
          <a:xfrm>
            <a:off x="713781" y="3013501"/>
            <a:ext cx="37625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À</a:t>
            </a:r>
            <a:r>
              <a:rPr lang="ig-NG" sz="4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HỤ </a:t>
            </a:r>
            <a:r>
              <a:rPr lang="ig-NG" sz="4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IKE </a:t>
            </a:r>
            <a:endParaRPr lang="en-US" sz="44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84012DA-F937-B04F-9552-9C4C17A24EB5}"/>
              </a:ext>
            </a:extLst>
          </p:cNvPr>
          <p:cNvGrpSpPr/>
          <p:nvPr/>
        </p:nvGrpSpPr>
        <p:grpSpPr>
          <a:xfrm>
            <a:off x="2226452" y="3140156"/>
            <a:ext cx="158040" cy="110160"/>
            <a:chOff x="2226452" y="3140156"/>
            <a:chExt cx="158040" cy="11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E81E643-7708-AA48-AAB1-65EC0D8E798E}"/>
                    </a:ext>
                  </a:extLst>
                </p14:cNvPr>
                <p14:cNvContentPartPr/>
                <p14:nvPr/>
              </p14:nvContentPartPr>
              <p14:xfrm>
                <a:off x="2226452" y="3140156"/>
                <a:ext cx="158040" cy="103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E81E643-7708-AA48-AAB1-65EC0D8E798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217812" y="3131516"/>
                  <a:ext cx="1756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A487C8D-1D68-5449-A0BA-EA7AB4CB8DCC}"/>
                    </a:ext>
                  </a:extLst>
                </p14:cNvPr>
                <p14:cNvContentPartPr/>
                <p14:nvPr/>
              </p14:nvContentPartPr>
              <p14:xfrm>
                <a:off x="2257412" y="3249956"/>
                <a:ext cx="360" cy="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A487C8D-1D68-5449-A0BA-EA7AB4CB8DC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248412" y="324095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20725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694843-3A02-134B-BD5A-D04720839E77}"/>
              </a:ext>
            </a:extLst>
          </p:cNvPr>
          <p:cNvSpPr txBox="1"/>
          <p:nvPr/>
        </p:nvSpPr>
        <p:spPr>
          <a:xfrm>
            <a:off x="2660505" y="690631"/>
            <a:ext cx="9084039" cy="4613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Agụụ				Hunger 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Ọrịa 				illness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Àhú ike 				Good health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Ụfụ					Pain/ Irritation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Ọkọ					Itch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Graphic 7" descr="Drawing Figure outline">
            <a:extLst>
              <a:ext uri="{FF2B5EF4-FFF2-40B4-BE49-F238E27FC236}">
                <a16:creationId xmlns:a16="http://schemas.microsoft.com/office/drawing/2014/main" id="{A9F070B3-3D7B-F341-A68F-BA033BE505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280" y="2475300"/>
            <a:ext cx="1907400" cy="1907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6E0A46-45B7-9745-83DD-82B61B01396D}"/>
              </a:ext>
            </a:extLst>
          </p:cNvPr>
          <p:cNvSpPr txBox="1"/>
          <p:nvPr/>
        </p:nvSpPr>
        <p:spPr>
          <a:xfrm>
            <a:off x="447456" y="298472"/>
            <a:ext cx="6096000" cy="492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Terms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8907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694843-3A02-134B-BD5A-D04720839E77}"/>
              </a:ext>
            </a:extLst>
          </p:cNvPr>
          <p:cNvSpPr txBox="1"/>
          <p:nvPr/>
        </p:nvSpPr>
        <p:spPr>
          <a:xfrm>
            <a:off x="2772681" y="1092119"/>
            <a:ext cx="9084039" cy="658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Ọnyá					Sore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Ọnyá Akpịrị				Sore throat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Anya mgbu 				Eye pain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Nti mgbu 				Ear pain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ig-NG" sz="4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ig-NG" sz="2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ig-NG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Graphic 7" descr="Drawing Figure outline">
            <a:extLst>
              <a:ext uri="{FF2B5EF4-FFF2-40B4-BE49-F238E27FC236}">
                <a16:creationId xmlns:a16="http://schemas.microsoft.com/office/drawing/2014/main" id="{A9F070B3-3D7B-F341-A68F-BA033BE505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280" y="2475300"/>
            <a:ext cx="1907400" cy="190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444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694843-3A02-134B-BD5A-D04720839E77}"/>
              </a:ext>
            </a:extLst>
          </p:cNvPr>
          <p:cNvSpPr txBox="1"/>
          <p:nvPr/>
        </p:nvSpPr>
        <p:spPr>
          <a:xfrm>
            <a:off x="2242680" y="588814"/>
            <a:ext cx="9471384" cy="4613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Isi ọwụwa			Headach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Íké ọgwụgwụ		Fatigue/Tireness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Ahụ Mgbu 			Body pain/ body ache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Úkwu mgbu			Waist pain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Azụ Mgbu 			Back pain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Graphic 7" descr="Drawing Figure outline">
            <a:extLst>
              <a:ext uri="{FF2B5EF4-FFF2-40B4-BE49-F238E27FC236}">
                <a16:creationId xmlns:a16="http://schemas.microsoft.com/office/drawing/2014/main" id="{A9F070B3-3D7B-F341-A68F-BA033BE505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280" y="2475300"/>
            <a:ext cx="1907400" cy="190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376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694843-3A02-134B-BD5A-D04720839E77}"/>
              </a:ext>
            </a:extLst>
          </p:cNvPr>
          <p:cNvSpPr txBox="1"/>
          <p:nvPr/>
        </p:nvSpPr>
        <p:spPr>
          <a:xfrm>
            <a:off x="2909841" y="396240"/>
            <a:ext cx="9084039" cy="7306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Afọ ọrụrụ			Belly ache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Afọ ọsịsa			Diarrhoea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Ajụ 					Dizziness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Agbọ 				Nausea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Óyi 					Cold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Graphic 7" descr="Drawing Figure outline">
            <a:extLst>
              <a:ext uri="{FF2B5EF4-FFF2-40B4-BE49-F238E27FC236}">
                <a16:creationId xmlns:a16="http://schemas.microsoft.com/office/drawing/2014/main" id="{A9F070B3-3D7B-F341-A68F-BA033BE505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280" y="2475300"/>
            <a:ext cx="1907400" cy="190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304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694843-3A02-134B-BD5A-D04720839E77}"/>
              </a:ext>
            </a:extLst>
          </p:cNvPr>
          <p:cNvSpPr txBox="1"/>
          <p:nvPr/>
        </p:nvSpPr>
        <p:spPr>
          <a:xfrm>
            <a:off x="3107961" y="0"/>
            <a:ext cx="9084039" cy="6691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Ịba 					Fever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Ótuto				Boil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Ọbara 				blood 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Ụkwara 				Cough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Azụzụ				Flu</a:t>
            </a:r>
            <a:endParaRPr lang="en-U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Graphic 7" descr="Drawing Figure outline">
            <a:extLst>
              <a:ext uri="{FF2B5EF4-FFF2-40B4-BE49-F238E27FC236}">
                <a16:creationId xmlns:a16="http://schemas.microsoft.com/office/drawing/2014/main" id="{A9F070B3-3D7B-F341-A68F-BA033BE505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280" y="2475300"/>
            <a:ext cx="1907400" cy="190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524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694843-3A02-134B-BD5A-D04720839E77}"/>
              </a:ext>
            </a:extLst>
          </p:cNvPr>
          <p:cNvSpPr txBox="1"/>
          <p:nvPr/>
        </p:nvSpPr>
        <p:spPr>
          <a:xfrm>
            <a:off x="807220" y="548640"/>
            <a:ext cx="10577559" cy="6075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Ada batara n’ulọ na-eme ike ‘ọgwụgwụ ike ọgwụgwụ, ‘ nne ya wee jụọ ya; “Ada, gịnị na-eme gị?”</a:t>
            </a: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4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Ada wee zaa nne ya:</a:t>
            </a: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340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694843-3A02-134B-BD5A-D04720839E77}"/>
              </a:ext>
            </a:extLst>
          </p:cNvPr>
          <p:cNvSpPr txBox="1"/>
          <p:nvPr/>
        </p:nvSpPr>
        <p:spPr>
          <a:xfrm>
            <a:off x="297180" y="193125"/>
            <a:ext cx="11597640" cy="696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Sample Expressions </a:t>
            </a:r>
            <a:endParaRPr lang="en-U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Agụụ</a:t>
            </a:r>
            <a:r>
              <a:rPr lang="ig-NG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na-agụ m						I am hungry	 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Nne, ọ dị ka a chọrọ m ị da </a:t>
            </a:r>
            <a:r>
              <a:rPr lang="ig-NG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ọrịa </a:t>
            </a:r>
            <a:r>
              <a:rPr lang="ig-NG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		Mother, its seems i am falling ill. 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Àhú siri m ike 							I feel well. I feel strong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Àhú esirghị m ike						I dont feel well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Àhú a dighị m 							I am ill. 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Anya na-afụ m </a:t>
            </a:r>
            <a:r>
              <a:rPr lang="ig-NG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ụfụ</a:t>
            </a:r>
            <a:r>
              <a:rPr lang="ig-NG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						My eyes hurt 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881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33705D-B54D-4F4A-9232-9EDDE46928AC}"/>
              </a:ext>
            </a:extLst>
          </p:cNvPr>
          <p:cNvSpPr txBox="1"/>
          <p:nvPr/>
        </p:nvSpPr>
        <p:spPr>
          <a:xfrm>
            <a:off x="487680" y="670560"/>
            <a:ext cx="11704320" cy="5159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Ọkọ na-akọ m n’azụ					My back itch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Ah</a:t>
            </a:r>
            <a:r>
              <a:rPr lang="ig-NG" sz="24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ụ</a:t>
            </a:r>
            <a:r>
              <a:rPr lang="ig-NG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 niile na-akọ m </a:t>
            </a:r>
            <a:r>
              <a:rPr lang="ig-NG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ọkọ </a:t>
            </a:r>
            <a:r>
              <a:rPr lang="ig-NG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	My whole body itch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Ọnyá</a:t>
            </a:r>
            <a:r>
              <a:rPr lang="ig-NG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dị m n’ụkwụ na-afụ m ezigbo ụfụ 		The sore on my leg really hurts m.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 nwere m </a:t>
            </a:r>
            <a:r>
              <a:rPr lang="ig-NG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Ọnyá Akpịrị</a:t>
            </a:r>
            <a:r>
              <a:rPr lang="ig-NG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		I have Sore throat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Ụkwara</a:t>
            </a:r>
            <a:r>
              <a:rPr lang="ig-NG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na-akwa m 					I have cough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 nwere m azụzụ					I have flu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 nwere m isi ọwụwa					I have a headach/ My head aches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3091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33705D-B54D-4F4A-9232-9EDDE46928AC}"/>
              </a:ext>
            </a:extLst>
          </p:cNvPr>
          <p:cNvSpPr txBox="1"/>
          <p:nvPr/>
        </p:nvSpPr>
        <p:spPr>
          <a:xfrm>
            <a:off x="594360" y="441960"/>
            <a:ext cx="11704320" cy="5196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Isi na-awa m							I have headach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Íké gwụrụ m 						I am tired 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Ahụ na- egbu m mgbu 					My  body aches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Úkwu na-egbu m mgbu					I have waist pain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Azụ na-egbu m mgbu 					My back aches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 nwere m anya mgbu 					I have eye pain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Nti na-egbu m mgbu 					My ear hurts 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Afọ na-arụ m 						I have stomach ache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4142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33705D-B54D-4F4A-9232-9EDDE46928AC}"/>
              </a:ext>
            </a:extLst>
          </p:cNvPr>
          <p:cNvSpPr txBox="1"/>
          <p:nvPr/>
        </p:nvSpPr>
        <p:spPr>
          <a:xfrm>
            <a:off x="594360" y="807720"/>
            <a:ext cx="11704320" cy="4549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Afọ na-asa m					I have iarrhoea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Ajụ na-ebe m					I fee dizzy 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Ọ na-eme m agbọ 					I feel nausea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Óyi na-atụ m					I feel cold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nwere ịba 						He/she has fever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Ótuto	toro ya n’ike					He/she has boil on her buttocks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Ọbara na-agba ya n’ụkwụ			She/He is bleeding on the leg. 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115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33705D-B54D-4F4A-9232-9EDDE46928AC}"/>
              </a:ext>
            </a:extLst>
          </p:cNvPr>
          <p:cNvSpPr txBox="1"/>
          <p:nvPr/>
        </p:nvSpPr>
        <p:spPr>
          <a:xfrm>
            <a:off x="487680" y="529242"/>
            <a:ext cx="11704320" cy="4826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Ajụjụ maka ahụ ike</a:t>
            </a:r>
            <a:endParaRPr lang="en-U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Gịnị na-eme gị?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Isi ọ na-awa gị?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___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Ndo						Sorry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 anyị gaa ụlọọgwụ			Let’s go to the hospital.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ig-NG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Ị ṅụgo ọgwụ gị 				Have you taken your medication? 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387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684</Words>
  <Application>Microsoft Macintosh PowerPoint</Application>
  <PresentationFormat>Widescreen</PresentationFormat>
  <Paragraphs>76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Uru-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AMARACHI ATTAMAH</dc:creator>
  <cp:lastModifiedBy>AMARACHI ATTAMAH</cp:lastModifiedBy>
  <cp:revision>1</cp:revision>
  <dcterms:created xsi:type="dcterms:W3CDTF">2024-02-01T02:06:45Z</dcterms:created>
  <dcterms:modified xsi:type="dcterms:W3CDTF">2024-02-09T07:25:06Z</dcterms:modified>
</cp:coreProperties>
</file>